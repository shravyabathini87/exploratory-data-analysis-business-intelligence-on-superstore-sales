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Data Analysis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Name: </a:t>
            </a:r>
            <a:r>
              <a:rPr lang="en-US" dirty="0"/>
              <a:t> </a:t>
            </a:r>
            <a:r>
              <a:rPr lang="en-US" dirty="0" err="1"/>
              <a:t>Bathini</a:t>
            </a:r>
            <a:r>
              <a:rPr lang="en-US" dirty="0"/>
              <a:t> </a:t>
            </a:r>
            <a:r>
              <a:rPr lang="en-US" dirty="0" err="1"/>
              <a:t>Shravya</a:t>
            </a:r>
            <a:r>
              <a:rPr lang="en-US" dirty="0"/>
              <a:t> </a:t>
            </a:r>
            <a:endParaRPr lang="en-IN" dirty="0"/>
          </a:p>
          <a:p>
            <a:r>
              <a:rPr lang="en-IN" dirty="0"/>
              <a:t>Date: March 2026</a:t>
            </a:r>
          </a:p>
          <a:p>
            <a:r>
              <a:rPr lang="en-IN" dirty="0"/>
              <a:t>Task: Exploratory Data Analysis &amp; Business Intelligence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dirty="0" err="1"/>
              <a:t>Analyze</a:t>
            </a:r>
            <a:r>
              <a:rPr lang="en-IN" dirty="0"/>
              <a:t> sales dataset to identify trends and patterns</a:t>
            </a:r>
          </a:p>
          <a:p>
            <a:pPr marL="0" indent="0">
              <a:buNone/>
            </a:pPr>
            <a:r>
              <a:rPr lang="en-IN" dirty="0"/>
              <a:t>• Perform Exploratory Data Analysis (EDA)</a:t>
            </a:r>
          </a:p>
          <a:p>
            <a:pPr marL="0" indent="0">
              <a:buNone/>
            </a:pPr>
            <a:r>
              <a:rPr lang="en-IN" dirty="0"/>
              <a:t>• Use SQL to answer business questions</a:t>
            </a:r>
          </a:p>
          <a:p>
            <a:pPr marL="0" indent="0">
              <a:buNone/>
            </a:pPr>
            <a:r>
              <a:rPr lang="en-IN" dirty="0"/>
              <a:t>• Identify key performance indicators (KPIs)</a:t>
            </a:r>
          </a:p>
          <a:p>
            <a:pPr marL="0" indent="0">
              <a:buNone/>
            </a:pPr>
            <a:r>
              <a:rPr lang="en-IN" dirty="0"/>
              <a:t>• Design a simple business dashboard mock-up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</a:t>
            </a:r>
          </a:p>
          <a:p>
            <a:r>
              <a:t>Total Profit</a:t>
            </a:r>
          </a:p>
          <a:p>
            <a:r>
              <a:t>Total Orders</a:t>
            </a:r>
          </a:p>
          <a:p>
            <a:r>
              <a:t>Average Order Value</a:t>
            </a:r>
          </a:p>
          <a:p>
            <a:r>
              <a:t>Top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Products by Revenue</a:t>
            </a:r>
          </a:p>
        </p:txBody>
      </p:sp>
      <p:pic>
        <p:nvPicPr>
          <p:cNvPr id="3" name="Picture 2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Category</a:t>
            </a:r>
          </a:p>
        </p:txBody>
      </p:sp>
      <p:pic>
        <p:nvPicPr>
          <p:cNvPr id="3" name="Picture 2" descr="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by Sales</a:t>
            </a:r>
          </a:p>
        </p:txBody>
      </p:sp>
      <p:pic>
        <p:nvPicPr>
          <p:cNvPr id="3" name="Picture 2" descr="cit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generates the highest sales.</a:t>
            </a:r>
          </a:p>
          <a:p>
            <a:r>
              <a:t>Laptop is the highest revenue product.</a:t>
            </a:r>
          </a:p>
          <a:p>
            <a:r>
              <a:t>Hyderabad and Delhi generate strong sales.</a:t>
            </a:r>
          </a:p>
          <a:p>
            <a:r>
              <a:t>Sales increased from January to February.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</a:t>
            </a:r>
          </a:p>
          <a:p>
            <a:r>
              <a:rPr dirty="0"/>
              <a:t>Python</a:t>
            </a:r>
          </a:p>
          <a:p>
            <a:r>
              <a:rPr dirty="0"/>
              <a:t>Excel</a:t>
            </a:r>
          </a:p>
          <a:p>
            <a:r>
              <a:rPr dirty="0"/>
              <a:t>PowerPoint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Sales Data Analysis Dashboard</vt:lpstr>
      <vt:lpstr>Project Objective</vt:lpstr>
      <vt:lpstr>Key KPIs</vt:lpstr>
      <vt:lpstr>Monthly Sales Trend</vt:lpstr>
      <vt:lpstr>Top 5 Products by Revenue</vt:lpstr>
      <vt:lpstr>Sales by Category</vt:lpstr>
      <vt:lpstr>Top Cities by Sales</vt:lpstr>
      <vt:lpstr>Insights</vt:lpstr>
      <vt:lpstr>Tools &amp; 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Dashboard</dc:title>
  <dc:subject/>
  <dc:creator/>
  <cp:keywords/>
  <dc:description>generated using python-pptx</dc:description>
  <cp:lastModifiedBy>23RH1A0587 III - CSE</cp:lastModifiedBy>
  <cp:revision>3</cp:revision>
  <dcterms:created xsi:type="dcterms:W3CDTF">2013-01-27T09:14:16Z</dcterms:created>
  <dcterms:modified xsi:type="dcterms:W3CDTF">2026-03-23T12:29:34Z</dcterms:modified>
  <cp:category/>
</cp:coreProperties>
</file>