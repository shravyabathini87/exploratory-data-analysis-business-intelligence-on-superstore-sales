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A832B2A-C689-49E5-A70E-9DCD8BB1FF5D}" v="3" dt="2026-03-16T06:33:12.4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768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23RH1A0587 III - CSE" userId="edac8daba633def1" providerId="LiveId" clId="{51A8248A-9D5E-42FB-9982-EEC967274709}"/>
    <pc:docChg chg="modSld">
      <pc:chgData name="23RH1A0587 III - CSE" userId="edac8daba633def1" providerId="LiveId" clId="{51A8248A-9D5E-42FB-9982-EEC967274709}" dt="2026-03-16T06:33:55.760" v="44" actId="20577"/>
      <pc:docMkLst>
        <pc:docMk/>
      </pc:docMkLst>
      <pc:sldChg chg="modSp mod">
        <pc:chgData name="23RH1A0587 III - CSE" userId="edac8daba633def1" providerId="LiveId" clId="{51A8248A-9D5E-42FB-9982-EEC967274709}" dt="2026-03-16T06:33:55.760" v="44" actId="20577"/>
        <pc:sldMkLst>
          <pc:docMk/>
          <pc:sldMk cId="0" sldId="256"/>
        </pc:sldMkLst>
        <pc:spChg chg="mod">
          <ac:chgData name="23RH1A0587 III - CSE" userId="edac8daba633def1" providerId="LiveId" clId="{51A8248A-9D5E-42FB-9982-EEC967274709}" dt="2026-03-16T06:32:54.773" v="1"/>
          <ac:spMkLst>
            <pc:docMk/>
            <pc:sldMk cId="0" sldId="256"/>
            <ac:spMk id="2" creationId="{00000000-0000-0000-0000-000000000000}"/>
          </ac:spMkLst>
        </pc:spChg>
        <pc:spChg chg="mod">
          <ac:chgData name="23RH1A0587 III - CSE" userId="edac8daba633def1" providerId="LiveId" clId="{51A8248A-9D5E-42FB-9982-EEC967274709}" dt="2026-03-16T06:33:55.760" v="44" actId="20577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23RH1A0587 III - CSE" userId="edac8daba633def1" providerId="LiveId" clId="{51A8248A-9D5E-42FB-9982-EEC967274709}" dt="2026-03-16T06:33:16.720" v="6" actId="12"/>
        <pc:sldMkLst>
          <pc:docMk/>
          <pc:sldMk cId="0" sldId="257"/>
        </pc:sldMkLst>
        <pc:spChg chg="mod">
          <ac:chgData name="23RH1A0587 III - CSE" userId="edac8daba633def1" providerId="LiveId" clId="{51A8248A-9D5E-42FB-9982-EEC967274709}" dt="2026-03-16T06:33:16.720" v="6" actId="12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23RH1A0587 III - CSE" userId="edac8daba633def1" providerId="LiveId" clId="{51A8248A-9D5E-42FB-9982-EEC967274709}" dt="2026-03-16T06:33:33.251" v="13" actId="5793"/>
        <pc:sldMkLst>
          <pc:docMk/>
          <pc:sldMk cId="0" sldId="264"/>
        </pc:sldMkLst>
        <pc:spChg chg="mod">
          <ac:chgData name="23RH1A0587 III - CSE" userId="edac8daba633def1" providerId="LiveId" clId="{51A8248A-9D5E-42FB-9982-EEC967274709}" dt="2026-03-16T06:33:33.251" v="13" actId="5793"/>
          <ac:spMkLst>
            <pc:docMk/>
            <pc:sldMk cId="0" sldId="264"/>
            <ac:spMk id="3" creationId="{00000000-0000-0000-0000-000000000000}"/>
          </ac:spMkLst>
        </pc:spChg>
      </pc:sldChg>
    </pc:docChg>
  </pc:docChgLst>
  <pc:docChgLst>
    <pc:chgData name="BATHINI SHRAVYA" userId="c5c5143c-4549-4dc1-8e87-841d2f557896" providerId="ADAL" clId="{51A8248A-9D5E-42FB-9982-EEC967274709}"/>
    <pc:docChg chg="undo custSel modSld">
      <pc:chgData name="BATHINI SHRAVYA" userId="c5c5143c-4549-4dc1-8e87-841d2f557896" providerId="ADAL" clId="{51A8248A-9D5E-42FB-9982-EEC967274709}" dt="2026-03-16T06:42:00.902" v="42" actId="20577"/>
      <pc:docMkLst>
        <pc:docMk/>
      </pc:docMkLst>
      <pc:sldChg chg="modSp mod">
        <pc:chgData name="BATHINI SHRAVYA" userId="c5c5143c-4549-4dc1-8e87-841d2f557896" providerId="ADAL" clId="{51A8248A-9D5E-42FB-9982-EEC967274709}" dt="2026-03-16T06:42:00.902" v="42" actId="20577"/>
        <pc:sldMkLst>
          <pc:docMk/>
          <pc:sldMk cId="0" sldId="256"/>
        </pc:sldMkLst>
        <pc:spChg chg="mod">
          <ac:chgData name="BATHINI SHRAVYA" userId="c5c5143c-4549-4dc1-8e87-841d2f557896" providerId="ADAL" clId="{51A8248A-9D5E-42FB-9982-EEC967274709}" dt="2026-03-16T06:42:00.902" v="42" actId="20577"/>
          <ac:spMkLst>
            <pc:docMk/>
            <pc:sldMk cId="0" sldId="256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Sales Data Analysis Dashboard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Name: </a:t>
            </a:r>
            <a:r>
              <a:rPr lang="en-IN" dirty="0" err="1"/>
              <a:t>Bathin</a:t>
            </a:r>
            <a:r>
              <a:rPr lang="en-IN" dirty="0"/>
              <a:t> Shravya</a:t>
            </a:r>
          </a:p>
          <a:p>
            <a:r>
              <a:rPr lang="en-IN" dirty="0"/>
              <a:t>Date: March 2026</a:t>
            </a:r>
          </a:p>
          <a:p>
            <a:r>
              <a:rPr lang="en-IN" dirty="0"/>
              <a:t>Task: Exploratory Data Analysis &amp; Business Intelligence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• </a:t>
            </a:r>
            <a:r>
              <a:rPr lang="en-IN" dirty="0" err="1"/>
              <a:t>Analyze</a:t>
            </a:r>
            <a:r>
              <a:rPr lang="en-IN" dirty="0"/>
              <a:t> sales dataset to identify trends and patterns</a:t>
            </a:r>
          </a:p>
          <a:p>
            <a:pPr marL="0" indent="0">
              <a:buNone/>
            </a:pPr>
            <a:r>
              <a:rPr lang="en-IN" dirty="0"/>
              <a:t>• Perform Exploratory Data Analysis (EDA)</a:t>
            </a:r>
          </a:p>
          <a:p>
            <a:pPr marL="0" indent="0">
              <a:buNone/>
            </a:pPr>
            <a:r>
              <a:rPr lang="en-IN" dirty="0"/>
              <a:t>• Use SQL to answer business questions</a:t>
            </a:r>
          </a:p>
          <a:p>
            <a:pPr marL="0" indent="0">
              <a:buNone/>
            </a:pPr>
            <a:r>
              <a:rPr lang="en-IN" dirty="0"/>
              <a:t>• Identify key performance indicators (KPIs)</a:t>
            </a:r>
          </a:p>
          <a:p>
            <a:pPr marL="0" indent="0">
              <a:buNone/>
            </a:pPr>
            <a:r>
              <a:rPr lang="en-IN" dirty="0"/>
              <a:t>• Design a simple business dashboard mock-up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KPIs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Sales</a:t>
            </a:r>
          </a:p>
          <a:p>
            <a:r>
              <a:t>Total Profit</a:t>
            </a:r>
          </a:p>
          <a:p>
            <a:r>
              <a:t>Total Orders</a:t>
            </a:r>
          </a:p>
          <a:p>
            <a:r>
              <a:t>Average Order Value</a:t>
            </a:r>
          </a:p>
          <a:p>
            <a:r>
              <a:t>Top Category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Monthly Sales Trend</a:t>
            </a:r>
          </a:p>
        </p:txBody>
      </p:sp>
      <p:pic>
        <p:nvPicPr>
          <p:cNvPr id="3" name="Picture 2" descr="monthly_sa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5 Products by Revenue</a:t>
            </a:r>
          </a:p>
        </p:txBody>
      </p:sp>
      <p:pic>
        <p:nvPicPr>
          <p:cNvPr id="3" name="Picture 2" descr="top_produ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 by Category</a:t>
            </a:r>
          </a:p>
        </p:txBody>
      </p:sp>
      <p:pic>
        <p:nvPicPr>
          <p:cNvPr id="3" name="Picture 2" descr="category_sa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Cities by Sales</a:t>
            </a:r>
          </a:p>
        </p:txBody>
      </p:sp>
      <p:pic>
        <p:nvPicPr>
          <p:cNvPr id="3" name="Picture 2" descr="city_sa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Electronics generates the highest sales.</a:t>
            </a:r>
          </a:p>
          <a:p>
            <a:r>
              <a:t>Laptop is the highest revenue product.</a:t>
            </a:r>
          </a:p>
          <a:p>
            <a:r>
              <a:t>Hyderabad and Delhi generate strong sales.</a:t>
            </a:r>
          </a:p>
          <a:p>
            <a:r>
              <a:t>Sales increased from January to February.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SQL</a:t>
            </a:r>
          </a:p>
          <a:p>
            <a:r>
              <a:rPr dirty="0"/>
              <a:t>Python</a:t>
            </a:r>
          </a:p>
          <a:p>
            <a:r>
              <a:rPr dirty="0"/>
              <a:t>Excel</a:t>
            </a:r>
          </a:p>
          <a:p>
            <a:r>
              <a:rPr dirty="0"/>
              <a:t>PowerPoint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124</Words>
  <Application>Microsoft Office PowerPoint</Application>
  <PresentationFormat>On-screen Show (4:3)</PresentationFormat>
  <Paragraphs>30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Sales Data Analysis Dashboard</vt:lpstr>
      <vt:lpstr>Project Objective</vt:lpstr>
      <vt:lpstr>Key KPIs</vt:lpstr>
      <vt:lpstr>Monthly Sales Trend</vt:lpstr>
      <vt:lpstr>Top 5 Products by Revenue</vt:lpstr>
      <vt:lpstr>Sales by Category</vt:lpstr>
      <vt:lpstr>Top Cities by Sales</vt:lpstr>
      <vt:lpstr>Insights</vt:lpstr>
      <vt:lpstr>Tools &amp; Technologies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23RH1A0587 III - CSE</cp:lastModifiedBy>
  <cp:revision>1</cp:revision>
  <dcterms:created xsi:type="dcterms:W3CDTF">2013-01-27T09:14:16Z</dcterms:created>
  <dcterms:modified xsi:type="dcterms:W3CDTF">2026-03-16T06:42:02Z</dcterms:modified>
  <cp:category/>
</cp:coreProperties>
</file>